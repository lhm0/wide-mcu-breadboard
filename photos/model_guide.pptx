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56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9"/>
  </p:normalViewPr>
  <p:slideViewPr>
    <p:cSldViewPr snapToGrid="0">
      <p:cViewPr>
        <p:scale>
          <a:sx n="86" d="100"/>
          <a:sy n="86" d="100"/>
        </p:scale>
        <p:origin x="140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68B0C1-1EBF-61AD-4FE3-C0ED47215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62079B-6191-924D-80C8-41A26BA6E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53523B-BABC-75B3-0BB8-9A9194AC9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17A5A-5076-A449-98C9-5F4D0ED8A07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3D7C32-1C4B-AB96-A642-04AA84F8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C3CDEB-F314-AEF5-9B95-F56EACBC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C6ABB-25D6-7345-9025-8AE0AF78D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527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C56299-1412-0E43-4CDB-E4B362CC7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AF5C84-30E3-4A3C-697F-44C9CA6BF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23CE6C-B395-65B1-1A49-83782911D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17A5A-5076-A449-98C9-5F4D0ED8A07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84AE0D-AFDB-78A9-2C6B-EE8840388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162A1E-9D67-1D9B-BEFD-115AE2CA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C6ABB-25D6-7345-9025-8AE0AF78D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0264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99B7D9-40DB-709D-2779-720437605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233D7F-1A56-FDB6-A30B-AB2B2FABC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CD0F67-FEE0-942F-565A-BF2B4E8F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17A5A-5076-A449-98C9-5F4D0ED8A07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A2EFD3-FBEE-151B-401D-9D45B82B7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AE617D-5D44-7F64-C987-01D0A389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C6ABB-25D6-7345-9025-8AE0AF78D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851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DD8A2E-DE5C-466C-1DEC-F49BD2027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A392A6-1F71-31A3-E46F-FE67FFE6F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35DAD5E-8177-F770-86DB-A213F89CF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020935-96EA-446D-3F80-1BD91E2B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17A5A-5076-A449-98C9-5F4D0ED8A07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C84617-FC50-313C-43B7-1388B668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E94905-27B9-5CF3-03F4-43F5CBE8E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C6ABB-25D6-7345-9025-8AE0AF78D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3126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95FDF8-AA20-C51A-53E9-D4CC6F2BA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B42812-4F9E-1F2D-A4A6-64224ECB3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F9359B-7D74-DB7B-3685-D631F56BB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50CE5A-18D8-258C-0982-95EF87DE0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13C252D-2A16-D544-60CF-F0F93CAF5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BBCBE34-A35D-1B43-7471-137A02135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17A5A-5076-A449-98C9-5F4D0ED8A07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6263155-4D33-2311-92E2-ED1E48510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2AFE5B1-DC88-7D9D-FD78-580249403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C6ABB-25D6-7345-9025-8AE0AF78D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7257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D799C3-A0EA-F79D-AF71-F30026121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B54BE10-4150-CA7D-E44D-CE26266B6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17A5A-5076-A449-98C9-5F4D0ED8A07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D108BB-99C4-4217-CF45-3DD778E6F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55CBD85-DBBB-3492-6188-6EF9A3D7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C6ABB-25D6-7345-9025-8AE0AF78D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4514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8ACC49E-0BBB-B805-2875-AFF05D8CB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17A5A-5076-A449-98C9-5F4D0ED8A07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AF976F3-511F-5B2F-4034-000C2A768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829727-30F1-D5A2-1296-BDF81FAB7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C6ABB-25D6-7345-9025-8AE0AF78D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2692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859F3F-2C05-6643-6ACC-021CCDD8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22F3BF-6ECC-6F25-8884-09AC3B6B0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2AADC7A-B70C-9E2B-95D5-5EB660500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C0408B-E644-F2DD-DEE6-32E8617A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17A5A-5076-A449-98C9-5F4D0ED8A07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B52529-CA15-B2E1-8F6F-3782A3A8A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559150-A73B-5AE4-33A6-94FFAA93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C6ABB-25D6-7345-9025-8AE0AF78D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555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4867A2-EDBE-6379-CED9-838EDEB41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B8D8848-D330-4A73-C80D-170F27C5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F9A5F6F-3687-9828-6015-858DDD2AA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C9F480-7AB9-0A59-33F9-51CADD601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17A5A-5076-A449-98C9-5F4D0ED8A07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9EA474-DBA4-CCF5-BB78-EF4ACBA95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211311-ABFC-C424-0C6A-235FCD56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C6ABB-25D6-7345-9025-8AE0AF78D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845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714D5F-237F-2457-274F-DCAC8641F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D641188-66B6-1D58-AE33-556BEF274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EE9775-D22C-8E7C-8391-E981726E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17A5A-5076-A449-98C9-5F4D0ED8A07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1662EC-41CC-F4AF-8B48-E0B07E05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C077DD-DAE1-F3C1-0D8E-FD256C5FE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C6ABB-25D6-7345-9025-8AE0AF78D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510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2126DA7-670A-84E6-1DF4-6065C356C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D161328-4D28-8608-B290-367DD76B8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101D5C-5075-19FA-78C3-E30DB5B3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17A5A-5076-A449-98C9-5F4D0ED8A07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2E690E-14E6-1A52-1CDD-3769F5EBA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2D9EEC-A6F1-DB2E-4294-FE8DE7FE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C6ABB-25D6-7345-9025-8AE0AF78D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7181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4463BC3-568B-3962-891E-2D06BD487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16C632-0C95-87A4-7BF3-46CFE4698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0CE340-4307-978A-5E7F-BC0E964C1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17A5A-5076-A449-98C9-5F4D0ED8A07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CCC23D-5A5D-FA70-1037-70AD2AA399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E7A6F7-F0D9-9257-70C7-BD7AE3B90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3C6ABB-25D6-7345-9025-8AE0AF78D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3620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14AE326-B539-54D7-7A6B-B6B6C0F12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355605"/>
            <a:ext cx="9000000" cy="414678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C73CDD4-B430-293D-E6FA-F5C8A7115B94}"/>
              </a:ext>
            </a:extLst>
          </p:cNvPr>
          <p:cNvSpPr txBox="1"/>
          <p:nvPr/>
        </p:nvSpPr>
        <p:spPr>
          <a:xfrm>
            <a:off x="4071706" y="511379"/>
            <a:ext cx="3827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FF0000"/>
                </a:solidFill>
              </a:rPr>
              <a:t>top_ESP32_1000mil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35726E67-30FB-C489-BE57-F645D2575ED2}"/>
              </a:ext>
            </a:extLst>
          </p:cNvPr>
          <p:cNvCxnSpPr>
            <a:cxnSpLocks/>
          </p:cNvCxnSpPr>
          <p:nvPr/>
        </p:nvCxnSpPr>
        <p:spPr>
          <a:xfrm>
            <a:off x="10289176" y="2715749"/>
            <a:ext cx="10972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FB0C0313-C834-8980-E783-8C93A85D4983}"/>
              </a:ext>
            </a:extLst>
          </p:cNvPr>
          <p:cNvCxnSpPr>
            <a:cxnSpLocks/>
          </p:cNvCxnSpPr>
          <p:nvPr/>
        </p:nvCxnSpPr>
        <p:spPr>
          <a:xfrm>
            <a:off x="10289176" y="4065577"/>
            <a:ext cx="10972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B787F452-007A-C2E2-B331-4AD31B1A97BA}"/>
              </a:ext>
            </a:extLst>
          </p:cNvPr>
          <p:cNvCxnSpPr>
            <a:cxnSpLocks/>
          </p:cNvCxnSpPr>
          <p:nvPr/>
        </p:nvCxnSpPr>
        <p:spPr>
          <a:xfrm flipV="1">
            <a:off x="10596000" y="2715749"/>
            <a:ext cx="0" cy="1349828"/>
          </a:xfrm>
          <a:prstGeom prst="line">
            <a:avLst/>
          </a:prstGeom>
          <a:ln w="50800">
            <a:solidFill>
              <a:srgbClr val="FF0000"/>
            </a:solidFill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C943BC52-887D-3730-92D6-EF17EE921F77}"/>
              </a:ext>
            </a:extLst>
          </p:cNvPr>
          <p:cNvSpPr txBox="1"/>
          <p:nvPr/>
        </p:nvSpPr>
        <p:spPr>
          <a:xfrm>
            <a:off x="10654698" y="3105835"/>
            <a:ext cx="137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1000 </a:t>
            </a:r>
            <a:r>
              <a:rPr lang="de-DE" b="1" dirty="0" err="1">
                <a:solidFill>
                  <a:srgbClr val="FF0000"/>
                </a:solidFill>
              </a:rPr>
              <a:t>mil</a:t>
            </a:r>
            <a:br>
              <a:rPr lang="de-DE" b="1" dirty="0">
                <a:solidFill>
                  <a:srgbClr val="FF0000"/>
                </a:solidFill>
              </a:rPr>
            </a:br>
            <a:r>
              <a:rPr lang="de-DE" b="1" dirty="0">
                <a:solidFill>
                  <a:srgbClr val="FF0000"/>
                </a:solidFill>
              </a:rPr>
              <a:t>= 25.40 mm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C47BDCF-53CB-9AD9-3EFC-92BC2143D854}"/>
              </a:ext>
            </a:extLst>
          </p:cNvPr>
          <p:cNvSpPr txBox="1"/>
          <p:nvPr/>
        </p:nvSpPr>
        <p:spPr>
          <a:xfrm>
            <a:off x="304449" y="5415404"/>
            <a:ext cx="113624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u="sng" dirty="0" err="1">
                <a:solidFill>
                  <a:srgbClr val="FF0000"/>
                </a:solidFill>
              </a:rPr>
              <a:t>please</a:t>
            </a:r>
            <a:r>
              <a:rPr lang="de-DE" sz="3200" b="1" u="sng" dirty="0">
                <a:solidFill>
                  <a:srgbClr val="FF0000"/>
                </a:solidFill>
              </a:rPr>
              <a:t> </a:t>
            </a:r>
            <a:r>
              <a:rPr lang="de-DE" sz="3200" b="1" u="sng" dirty="0" err="1">
                <a:solidFill>
                  <a:srgbClr val="FF0000"/>
                </a:solidFill>
              </a:rPr>
              <a:t>note</a:t>
            </a:r>
            <a:r>
              <a:rPr lang="de-DE" sz="3200" b="1" u="sng" dirty="0">
                <a:solidFill>
                  <a:srgbClr val="FF0000"/>
                </a:solidFill>
              </a:rPr>
              <a:t>: </a:t>
            </a:r>
            <a:r>
              <a:rPr lang="de-DE" sz="3200" b="1" dirty="0">
                <a:solidFill>
                  <a:srgbClr val="FF0000"/>
                </a:solidFill>
              </a:rPr>
              <a:t>This </a:t>
            </a:r>
            <a:r>
              <a:rPr lang="de-DE" sz="3200" b="1" dirty="0" err="1">
                <a:solidFill>
                  <a:srgbClr val="FF0000"/>
                </a:solidFill>
              </a:rPr>
              <a:t>breadboard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fits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the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standard</a:t>
            </a:r>
            <a:r>
              <a:rPr lang="de-DE" sz="3200" b="1" dirty="0">
                <a:solidFill>
                  <a:srgbClr val="FF0000"/>
                </a:solidFill>
              </a:rPr>
              <a:t> ESP32 </a:t>
            </a:r>
            <a:r>
              <a:rPr lang="de-DE" sz="3200" b="1" dirty="0" err="1">
                <a:solidFill>
                  <a:srgbClr val="FF0000"/>
                </a:solidFill>
              </a:rPr>
              <a:t>module</a:t>
            </a:r>
            <a:r>
              <a:rPr lang="de-DE" sz="3200" b="1" dirty="0">
                <a:solidFill>
                  <a:srgbClr val="FF0000"/>
                </a:solidFill>
              </a:rPr>
              <a:t> (</a:t>
            </a:r>
            <a:r>
              <a:rPr lang="de-DE" sz="3200" b="1" dirty="0" err="1">
                <a:solidFill>
                  <a:srgbClr val="FF0000"/>
                </a:solidFill>
              </a:rPr>
              <a:t>width</a:t>
            </a:r>
            <a:r>
              <a:rPr lang="de-DE" sz="3200" b="1" dirty="0">
                <a:solidFill>
                  <a:srgbClr val="FF0000"/>
                </a:solidFill>
              </a:rPr>
              <a:t>: 25.4 mm = 1000 </a:t>
            </a:r>
            <a:r>
              <a:rPr lang="de-DE" sz="3200" b="1" dirty="0" err="1">
                <a:solidFill>
                  <a:srgbClr val="FF0000"/>
                </a:solidFill>
              </a:rPr>
              <a:t>mil</a:t>
            </a:r>
            <a:r>
              <a:rPr lang="de-DE" sz="3200" b="1" dirty="0">
                <a:solidFill>
                  <a:srgbClr val="FF0000"/>
                </a:solidFill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4033855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B26A64E-F9DF-FF16-3413-599313D48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62600"/>
            <a:ext cx="7772400" cy="433279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431E5423-15ED-394C-88A6-727CE01CA25A}"/>
              </a:ext>
            </a:extLst>
          </p:cNvPr>
          <p:cNvSpPr txBox="1"/>
          <p:nvPr/>
        </p:nvSpPr>
        <p:spPr>
          <a:xfrm>
            <a:off x="3745131" y="485881"/>
            <a:ext cx="47017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200" b="1" dirty="0">
                <a:solidFill>
                  <a:srgbClr val="FF0000"/>
                </a:solidFill>
              </a:rPr>
              <a:t>top_ESP32_1000mil_flex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49736A3-89A5-4CF5-F971-3DC00B1E88E9}"/>
              </a:ext>
            </a:extLst>
          </p:cNvPr>
          <p:cNvSpPr txBox="1"/>
          <p:nvPr/>
        </p:nvSpPr>
        <p:spPr>
          <a:xfrm>
            <a:off x="414788" y="5595399"/>
            <a:ext cx="113624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u="sng" dirty="0" err="1">
                <a:solidFill>
                  <a:srgbClr val="FF0000"/>
                </a:solidFill>
              </a:rPr>
              <a:t>please</a:t>
            </a:r>
            <a:r>
              <a:rPr lang="de-DE" sz="3200" b="1" u="sng" dirty="0">
                <a:solidFill>
                  <a:srgbClr val="FF0000"/>
                </a:solidFill>
              </a:rPr>
              <a:t> </a:t>
            </a:r>
            <a:r>
              <a:rPr lang="de-DE" sz="3200" b="1" u="sng" dirty="0" err="1">
                <a:solidFill>
                  <a:srgbClr val="FF0000"/>
                </a:solidFill>
              </a:rPr>
              <a:t>note</a:t>
            </a:r>
            <a:r>
              <a:rPr lang="de-DE" sz="3200" b="1" u="sng" dirty="0">
                <a:solidFill>
                  <a:srgbClr val="FF0000"/>
                </a:solidFill>
              </a:rPr>
              <a:t>: </a:t>
            </a:r>
            <a:r>
              <a:rPr lang="de-DE" sz="3200" b="1" dirty="0">
                <a:solidFill>
                  <a:srgbClr val="FF0000"/>
                </a:solidFill>
              </a:rPr>
              <a:t>This </a:t>
            </a:r>
            <a:r>
              <a:rPr lang="de-DE" sz="3200" b="1" dirty="0" err="1">
                <a:solidFill>
                  <a:srgbClr val="FF0000"/>
                </a:solidFill>
              </a:rPr>
              <a:t>breadboard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fits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the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standard</a:t>
            </a:r>
            <a:r>
              <a:rPr lang="de-DE" sz="3200" b="1" dirty="0">
                <a:solidFill>
                  <a:srgbClr val="FF0000"/>
                </a:solidFill>
              </a:rPr>
              <a:t> ESP32 </a:t>
            </a:r>
            <a:r>
              <a:rPr lang="de-DE" sz="3200" b="1" dirty="0" err="1">
                <a:solidFill>
                  <a:srgbClr val="FF0000"/>
                </a:solidFill>
              </a:rPr>
              <a:t>module</a:t>
            </a:r>
            <a:r>
              <a:rPr lang="de-DE" sz="3200" b="1" dirty="0">
                <a:solidFill>
                  <a:srgbClr val="FF0000"/>
                </a:solidFill>
              </a:rPr>
              <a:t> (</a:t>
            </a:r>
            <a:r>
              <a:rPr lang="de-DE" sz="3200" b="1" dirty="0" err="1">
                <a:solidFill>
                  <a:srgbClr val="FF0000"/>
                </a:solidFill>
              </a:rPr>
              <a:t>width</a:t>
            </a:r>
            <a:r>
              <a:rPr lang="de-DE" sz="3200" b="1" dirty="0">
                <a:solidFill>
                  <a:srgbClr val="FF0000"/>
                </a:solidFill>
              </a:rPr>
              <a:t>: 25.4 mm = 1000 </a:t>
            </a:r>
            <a:r>
              <a:rPr lang="de-DE" sz="3200" b="1" dirty="0" err="1">
                <a:solidFill>
                  <a:srgbClr val="FF0000"/>
                </a:solidFill>
              </a:rPr>
              <a:t>mil</a:t>
            </a:r>
            <a:r>
              <a:rPr lang="de-DE" sz="3200" b="1" dirty="0">
                <a:solidFill>
                  <a:srgbClr val="FF0000"/>
                </a:solidFill>
              </a:rPr>
              <a:t>). 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5E547C0D-A3AA-505F-2FB6-B963E6DDE982}"/>
              </a:ext>
            </a:extLst>
          </p:cNvPr>
          <p:cNvCxnSpPr>
            <a:cxnSpLocks/>
          </p:cNvCxnSpPr>
          <p:nvPr/>
        </p:nvCxnSpPr>
        <p:spPr>
          <a:xfrm>
            <a:off x="9644018" y="2699597"/>
            <a:ext cx="10972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D13B853F-0A81-CBDC-6BB6-19C52AFFEDA5}"/>
              </a:ext>
            </a:extLst>
          </p:cNvPr>
          <p:cNvCxnSpPr>
            <a:cxnSpLocks/>
          </p:cNvCxnSpPr>
          <p:nvPr/>
        </p:nvCxnSpPr>
        <p:spPr>
          <a:xfrm>
            <a:off x="9644018" y="4121236"/>
            <a:ext cx="10972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1589C3D4-34E1-EDF2-523F-4BF945B0027D}"/>
              </a:ext>
            </a:extLst>
          </p:cNvPr>
          <p:cNvCxnSpPr>
            <a:cxnSpLocks/>
          </p:cNvCxnSpPr>
          <p:nvPr/>
        </p:nvCxnSpPr>
        <p:spPr>
          <a:xfrm flipV="1">
            <a:off x="9950842" y="2699597"/>
            <a:ext cx="0" cy="1421639"/>
          </a:xfrm>
          <a:prstGeom prst="line">
            <a:avLst/>
          </a:prstGeom>
          <a:ln w="50800">
            <a:solidFill>
              <a:srgbClr val="FF0000"/>
            </a:solidFill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8021E490-7D15-F78B-E72B-931B74F44306}"/>
              </a:ext>
            </a:extLst>
          </p:cNvPr>
          <p:cNvSpPr txBox="1"/>
          <p:nvPr/>
        </p:nvSpPr>
        <p:spPr>
          <a:xfrm>
            <a:off x="10009540" y="3161494"/>
            <a:ext cx="137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1000 </a:t>
            </a:r>
            <a:r>
              <a:rPr lang="de-DE" b="1" dirty="0" err="1">
                <a:solidFill>
                  <a:srgbClr val="FF0000"/>
                </a:solidFill>
              </a:rPr>
              <a:t>mil</a:t>
            </a:r>
            <a:br>
              <a:rPr lang="de-DE" b="1" dirty="0">
                <a:solidFill>
                  <a:srgbClr val="FF0000"/>
                </a:solidFill>
              </a:rPr>
            </a:br>
            <a:r>
              <a:rPr lang="de-DE" b="1" dirty="0">
                <a:solidFill>
                  <a:srgbClr val="FF0000"/>
                </a:solidFill>
              </a:rPr>
              <a:t>= 25.40 mm</a:t>
            </a:r>
          </a:p>
        </p:txBody>
      </p:sp>
    </p:spTree>
    <p:extLst>
      <p:ext uri="{BB962C8B-B14F-4D97-AF65-F5344CB8AC3E}">
        <p14:creationId xmlns:p14="http://schemas.microsoft.com/office/powerpoint/2010/main" val="1715909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B1789643-977E-0228-D4F1-2216723BB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372548"/>
            <a:ext cx="9000000" cy="4112903"/>
          </a:xfrm>
          <a:prstGeom prst="rect">
            <a:avLst/>
          </a:prstGeom>
        </p:spPr>
      </p:pic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FD6E8424-DE1C-C95D-1605-34AFE8370BE4}"/>
              </a:ext>
            </a:extLst>
          </p:cNvPr>
          <p:cNvCxnSpPr>
            <a:cxnSpLocks/>
          </p:cNvCxnSpPr>
          <p:nvPr/>
        </p:nvCxnSpPr>
        <p:spPr>
          <a:xfrm>
            <a:off x="10289176" y="2723987"/>
            <a:ext cx="10972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24538060-1D8E-8C13-3F1E-969A53B8760F}"/>
              </a:ext>
            </a:extLst>
          </p:cNvPr>
          <p:cNvCxnSpPr>
            <a:cxnSpLocks/>
          </p:cNvCxnSpPr>
          <p:nvPr/>
        </p:nvCxnSpPr>
        <p:spPr>
          <a:xfrm>
            <a:off x="10289176" y="4087745"/>
            <a:ext cx="10972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698848F1-17F7-F71E-0323-142C5D2FA4F2}"/>
              </a:ext>
            </a:extLst>
          </p:cNvPr>
          <p:cNvCxnSpPr>
            <a:cxnSpLocks/>
          </p:cNvCxnSpPr>
          <p:nvPr/>
        </p:nvCxnSpPr>
        <p:spPr>
          <a:xfrm flipV="1">
            <a:off x="10596000" y="2715749"/>
            <a:ext cx="0" cy="1349828"/>
          </a:xfrm>
          <a:prstGeom prst="line">
            <a:avLst/>
          </a:prstGeom>
          <a:ln w="50800">
            <a:solidFill>
              <a:srgbClr val="FF0000"/>
            </a:solidFill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AE36EB0E-C790-3076-B7CF-BFBB8537BAFD}"/>
              </a:ext>
            </a:extLst>
          </p:cNvPr>
          <p:cNvSpPr txBox="1"/>
          <p:nvPr/>
        </p:nvSpPr>
        <p:spPr>
          <a:xfrm>
            <a:off x="10654698" y="3105835"/>
            <a:ext cx="137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1000 </a:t>
            </a:r>
            <a:r>
              <a:rPr lang="de-DE" b="1" dirty="0" err="1">
                <a:solidFill>
                  <a:srgbClr val="FF0000"/>
                </a:solidFill>
              </a:rPr>
              <a:t>mil</a:t>
            </a:r>
            <a:br>
              <a:rPr lang="de-DE" b="1" dirty="0">
                <a:solidFill>
                  <a:srgbClr val="FF0000"/>
                </a:solidFill>
              </a:rPr>
            </a:br>
            <a:r>
              <a:rPr lang="de-DE" b="1" dirty="0">
                <a:solidFill>
                  <a:srgbClr val="FF0000"/>
                </a:solidFill>
              </a:rPr>
              <a:t>= 25.40 mm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F25658-8146-7527-A5F9-8EA3C9021763}"/>
              </a:ext>
            </a:extLst>
          </p:cNvPr>
          <p:cNvSpPr txBox="1"/>
          <p:nvPr/>
        </p:nvSpPr>
        <p:spPr>
          <a:xfrm>
            <a:off x="3635324" y="538125"/>
            <a:ext cx="4921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rgbClr val="FF0000"/>
                </a:solidFill>
              </a:rPr>
              <a:t>top_ESP32_1000mil_flex2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D9FD63A-27CA-7F1B-0360-461F85BBFCB3}"/>
              </a:ext>
            </a:extLst>
          </p:cNvPr>
          <p:cNvSpPr txBox="1"/>
          <p:nvPr/>
        </p:nvSpPr>
        <p:spPr>
          <a:xfrm>
            <a:off x="414787" y="5617636"/>
            <a:ext cx="113624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u="sng" dirty="0" err="1">
                <a:solidFill>
                  <a:srgbClr val="FF0000"/>
                </a:solidFill>
              </a:rPr>
              <a:t>please</a:t>
            </a:r>
            <a:r>
              <a:rPr lang="de-DE" sz="3200" b="1" u="sng" dirty="0">
                <a:solidFill>
                  <a:srgbClr val="FF0000"/>
                </a:solidFill>
              </a:rPr>
              <a:t> </a:t>
            </a:r>
            <a:r>
              <a:rPr lang="de-DE" sz="3200" b="1" u="sng" dirty="0" err="1">
                <a:solidFill>
                  <a:srgbClr val="FF0000"/>
                </a:solidFill>
              </a:rPr>
              <a:t>note</a:t>
            </a:r>
            <a:r>
              <a:rPr lang="de-DE" sz="3200" b="1" u="sng" dirty="0">
                <a:solidFill>
                  <a:srgbClr val="FF0000"/>
                </a:solidFill>
              </a:rPr>
              <a:t>: </a:t>
            </a:r>
            <a:r>
              <a:rPr lang="de-DE" sz="3200" b="1" dirty="0">
                <a:solidFill>
                  <a:srgbClr val="FF0000"/>
                </a:solidFill>
              </a:rPr>
              <a:t>This </a:t>
            </a:r>
            <a:r>
              <a:rPr lang="de-DE" sz="3200" b="1" dirty="0" err="1">
                <a:solidFill>
                  <a:srgbClr val="FF0000"/>
                </a:solidFill>
              </a:rPr>
              <a:t>breadboard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fits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the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standard</a:t>
            </a:r>
            <a:r>
              <a:rPr lang="de-DE" sz="3200" b="1" dirty="0">
                <a:solidFill>
                  <a:srgbClr val="FF0000"/>
                </a:solidFill>
              </a:rPr>
              <a:t> ESP32 </a:t>
            </a:r>
            <a:r>
              <a:rPr lang="de-DE" sz="3200" b="1" dirty="0" err="1">
                <a:solidFill>
                  <a:srgbClr val="FF0000"/>
                </a:solidFill>
              </a:rPr>
              <a:t>module</a:t>
            </a:r>
            <a:r>
              <a:rPr lang="de-DE" sz="3200" b="1" dirty="0">
                <a:solidFill>
                  <a:srgbClr val="FF0000"/>
                </a:solidFill>
              </a:rPr>
              <a:t> (</a:t>
            </a:r>
            <a:r>
              <a:rPr lang="de-DE" sz="3200" b="1" dirty="0" err="1">
                <a:solidFill>
                  <a:srgbClr val="FF0000"/>
                </a:solidFill>
              </a:rPr>
              <a:t>width</a:t>
            </a:r>
            <a:r>
              <a:rPr lang="de-DE" sz="3200" b="1" dirty="0">
                <a:solidFill>
                  <a:srgbClr val="FF0000"/>
                </a:solidFill>
              </a:rPr>
              <a:t>: 25.4 mm = 1000 </a:t>
            </a:r>
            <a:r>
              <a:rPr lang="de-DE" sz="3200" b="1" dirty="0" err="1">
                <a:solidFill>
                  <a:srgbClr val="FF0000"/>
                </a:solidFill>
              </a:rPr>
              <a:t>mil</a:t>
            </a:r>
            <a:r>
              <a:rPr lang="de-DE" sz="3200" b="1" dirty="0">
                <a:solidFill>
                  <a:srgbClr val="FF0000"/>
                </a:solidFill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80831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7582FED0-99F3-E332-B8A1-3CBDBED08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446174"/>
            <a:ext cx="9000000" cy="396565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8E3D5F2-3D23-31D6-8F04-36D278CF13CC}"/>
              </a:ext>
            </a:extLst>
          </p:cNvPr>
          <p:cNvSpPr txBox="1"/>
          <p:nvPr/>
        </p:nvSpPr>
        <p:spPr>
          <a:xfrm>
            <a:off x="3745132" y="559738"/>
            <a:ext cx="47017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rgbClr val="FF0000"/>
                </a:solidFill>
              </a:rPr>
              <a:t>top_ESP32_900mil_flex2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265414C-1434-118C-7B3C-A0A50638AB8F}"/>
              </a:ext>
            </a:extLst>
          </p:cNvPr>
          <p:cNvSpPr txBox="1"/>
          <p:nvPr/>
        </p:nvSpPr>
        <p:spPr>
          <a:xfrm>
            <a:off x="24033" y="5411826"/>
            <a:ext cx="121439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u="sng" dirty="0" err="1">
                <a:solidFill>
                  <a:srgbClr val="FF0000"/>
                </a:solidFill>
              </a:rPr>
              <a:t>please</a:t>
            </a:r>
            <a:r>
              <a:rPr lang="de-DE" sz="3200" b="1" u="sng" dirty="0">
                <a:solidFill>
                  <a:srgbClr val="FF0000"/>
                </a:solidFill>
              </a:rPr>
              <a:t> </a:t>
            </a:r>
            <a:r>
              <a:rPr lang="de-DE" sz="3200" b="1" u="sng" dirty="0" err="1">
                <a:solidFill>
                  <a:srgbClr val="FF0000"/>
                </a:solidFill>
              </a:rPr>
              <a:t>note</a:t>
            </a:r>
            <a:r>
              <a:rPr lang="de-DE" sz="3200" b="1" u="sng" dirty="0">
                <a:solidFill>
                  <a:srgbClr val="FF0000"/>
                </a:solidFill>
              </a:rPr>
              <a:t>: </a:t>
            </a:r>
            <a:r>
              <a:rPr lang="de-DE" sz="3200" b="1" dirty="0" err="1">
                <a:solidFill>
                  <a:srgbClr val="FF0000"/>
                </a:solidFill>
              </a:rPr>
              <a:t>this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breadboard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fits</a:t>
            </a:r>
            <a:r>
              <a:rPr lang="de-DE" sz="3200" b="1" dirty="0">
                <a:solidFill>
                  <a:srgbClr val="FF0000"/>
                </a:solidFill>
              </a:rPr>
              <a:t> a </a:t>
            </a:r>
            <a:r>
              <a:rPr lang="de-DE" sz="3200" b="1" dirty="0" err="1">
                <a:solidFill>
                  <a:srgbClr val="FF0000"/>
                </a:solidFill>
              </a:rPr>
              <a:t>narrow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version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of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br>
              <a:rPr lang="de-DE" sz="3200" b="1" dirty="0">
                <a:solidFill>
                  <a:srgbClr val="FF0000"/>
                </a:solidFill>
              </a:rPr>
            </a:br>
            <a:r>
              <a:rPr lang="de-DE" sz="3200" b="1" dirty="0" err="1">
                <a:solidFill>
                  <a:srgbClr val="FF0000"/>
                </a:solidFill>
              </a:rPr>
              <a:t>the</a:t>
            </a:r>
            <a:r>
              <a:rPr lang="de-DE" sz="3200" b="1" dirty="0">
                <a:solidFill>
                  <a:srgbClr val="FF0000"/>
                </a:solidFill>
              </a:rPr>
              <a:t> ESP32 </a:t>
            </a:r>
            <a:r>
              <a:rPr lang="de-DE" sz="3200" b="1" dirty="0" err="1">
                <a:solidFill>
                  <a:srgbClr val="FF0000"/>
                </a:solidFill>
              </a:rPr>
              <a:t>module</a:t>
            </a:r>
            <a:r>
              <a:rPr lang="de-DE" sz="3200" b="1" dirty="0">
                <a:solidFill>
                  <a:srgbClr val="FF0000"/>
                </a:solidFill>
              </a:rPr>
              <a:t>. Use </a:t>
            </a:r>
            <a:r>
              <a:rPr lang="de-DE" sz="3200" b="1" dirty="0" err="1">
                <a:solidFill>
                  <a:srgbClr val="FF0000"/>
                </a:solidFill>
              </a:rPr>
              <a:t>the</a:t>
            </a:r>
            <a:r>
              <a:rPr lang="de-DE" sz="3200" b="1" dirty="0">
                <a:solidFill>
                  <a:srgbClr val="FF0000"/>
                </a:solidFill>
              </a:rPr>
              <a:t> 1000 </a:t>
            </a:r>
            <a:r>
              <a:rPr lang="de-DE" sz="3200" b="1" dirty="0" err="1">
                <a:solidFill>
                  <a:srgbClr val="FF0000"/>
                </a:solidFill>
              </a:rPr>
              <a:t>mil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files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for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standard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width</a:t>
            </a:r>
            <a:endParaRPr lang="de-DE" sz="3200" b="1" dirty="0">
              <a:solidFill>
                <a:srgbClr val="FF0000"/>
              </a:solidFill>
            </a:endParaRP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4E5E7BC4-CB31-0C9C-82FA-460DA88BD6F1}"/>
              </a:ext>
            </a:extLst>
          </p:cNvPr>
          <p:cNvCxnSpPr>
            <a:cxnSpLocks/>
          </p:cNvCxnSpPr>
          <p:nvPr/>
        </p:nvCxnSpPr>
        <p:spPr>
          <a:xfrm>
            <a:off x="10293531" y="2808514"/>
            <a:ext cx="10972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A6D31A0A-E4CC-D554-A559-331195EE4415}"/>
              </a:ext>
            </a:extLst>
          </p:cNvPr>
          <p:cNvCxnSpPr>
            <a:cxnSpLocks/>
          </p:cNvCxnSpPr>
          <p:nvPr/>
        </p:nvCxnSpPr>
        <p:spPr>
          <a:xfrm>
            <a:off x="10289176" y="4005942"/>
            <a:ext cx="10972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088304ED-AF2E-45C5-CBDF-0462F673B483}"/>
              </a:ext>
            </a:extLst>
          </p:cNvPr>
          <p:cNvCxnSpPr>
            <a:cxnSpLocks/>
          </p:cNvCxnSpPr>
          <p:nvPr/>
        </p:nvCxnSpPr>
        <p:spPr>
          <a:xfrm flipV="1">
            <a:off x="10596000" y="2808514"/>
            <a:ext cx="0" cy="1197428"/>
          </a:xfrm>
          <a:prstGeom prst="line">
            <a:avLst/>
          </a:prstGeom>
          <a:ln w="50800">
            <a:solidFill>
              <a:srgbClr val="FF0000"/>
            </a:solidFill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87FB8E43-FD71-3CB8-B72F-57BC3F6A9099}"/>
              </a:ext>
            </a:extLst>
          </p:cNvPr>
          <p:cNvSpPr txBox="1"/>
          <p:nvPr/>
        </p:nvSpPr>
        <p:spPr>
          <a:xfrm>
            <a:off x="10654698" y="3105835"/>
            <a:ext cx="137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900 </a:t>
            </a:r>
            <a:r>
              <a:rPr lang="de-DE" b="1" dirty="0" err="1">
                <a:solidFill>
                  <a:srgbClr val="FF0000"/>
                </a:solidFill>
              </a:rPr>
              <a:t>mil</a:t>
            </a:r>
            <a:br>
              <a:rPr lang="de-DE" b="1" dirty="0">
                <a:solidFill>
                  <a:srgbClr val="FF0000"/>
                </a:solidFill>
              </a:rPr>
            </a:br>
            <a:r>
              <a:rPr lang="de-DE" b="1" dirty="0">
                <a:solidFill>
                  <a:srgbClr val="FF0000"/>
                </a:solidFill>
              </a:rPr>
              <a:t>= 22.86 mm</a:t>
            </a:r>
          </a:p>
        </p:txBody>
      </p:sp>
    </p:spTree>
    <p:extLst>
      <p:ext uri="{BB962C8B-B14F-4D97-AF65-F5344CB8AC3E}">
        <p14:creationId xmlns:p14="http://schemas.microsoft.com/office/powerpoint/2010/main" val="1237891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651E416A-177E-1ADB-AE4F-D0D65FBEE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601016"/>
            <a:ext cx="9000000" cy="365596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F4FB2E7-5BF6-21F8-2BE7-223B2726B08C}"/>
              </a:ext>
            </a:extLst>
          </p:cNvPr>
          <p:cNvSpPr txBox="1"/>
          <p:nvPr/>
        </p:nvSpPr>
        <p:spPr>
          <a:xfrm>
            <a:off x="4211702" y="728869"/>
            <a:ext cx="37685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rgbClr val="FF0000"/>
                </a:solidFill>
              </a:rPr>
              <a:t>top_RPPico_700mil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46DC5D9-477A-0465-6C03-2710B723682E}"/>
              </a:ext>
            </a:extLst>
          </p:cNvPr>
          <p:cNvSpPr txBox="1"/>
          <p:nvPr/>
        </p:nvSpPr>
        <p:spPr>
          <a:xfrm>
            <a:off x="304449" y="5415404"/>
            <a:ext cx="113624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u="sng" dirty="0" err="1">
                <a:solidFill>
                  <a:srgbClr val="FF0000"/>
                </a:solidFill>
              </a:rPr>
              <a:t>please</a:t>
            </a:r>
            <a:r>
              <a:rPr lang="de-DE" sz="3200" b="1" u="sng" dirty="0">
                <a:solidFill>
                  <a:srgbClr val="FF0000"/>
                </a:solidFill>
              </a:rPr>
              <a:t> </a:t>
            </a:r>
            <a:r>
              <a:rPr lang="de-DE" sz="3200" b="1" u="sng" dirty="0" err="1">
                <a:solidFill>
                  <a:srgbClr val="FF0000"/>
                </a:solidFill>
              </a:rPr>
              <a:t>note</a:t>
            </a:r>
            <a:r>
              <a:rPr lang="de-DE" sz="3200" b="1" u="sng" dirty="0">
                <a:solidFill>
                  <a:srgbClr val="FF0000"/>
                </a:solidFill>
              </a:rPr>
              <a:t>: </a:t>
            </a:r>
            <a:r>
              <a:rPr lang="de-DE" sz="3200" b="1" dirty="0">
                <a:solidFill>
                  <a:srgbClr val="FF0000"/>
                </a:solidFill>
              </a:rPr>
              <a:t>This </a:t>
            </a:r>
            <a:r>
              <a:rPr lang="de-DE" sz="3200" b="1" dirty="0" err="1">
                <a:solidFill>
                  <a:srgbClr val="FF0000"/>
                </a:solidFill>
              </a:rPr>
              <a:t>breadboard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fits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the</a:t>
            </a:r>
            <a:r>
              <a:rPr lang="de-DE" sz="3200" b="1" dirty="0">
                <a:solidFill>
                  <a:srgbClr val="FF0000"/>
                </a:solidFill>
              </a:rPr>
              <a:t> Raspberry Pi </a:t>
            </a:r>
            <a:r>
              <a:rPr lang="de-DE" sz="3200" b="1" dirty="0" err="1">
                <a:solidFill>
                  <a:srgbClr val="FF0000"/>
                </a:solidFill>
              </a:rPr>
              <a:t>pico</a:t>
            </a:r>
            <a:r>
              <a:rPr lang="de-DE" sz="3200" b="1" dirty="0">
                <a:solidFill>
                  <a:srgbClr val="FF0000"/>
                </a:solidFill>
              </a:rPr>
              <a:t> (</a:t>
            </a:r>
            <a:r>
              <a:rPr lang="de-DE" sz="3200" b="1" dirty="0" err="1">
                <a:solidFill>
                  <a:srgbClr val="FF0000"/>
                </a:solidFill>
              </a:rPr>
              <a:t>width</a:t>
            </a:r>
            <a:r>
              <a:rPr lang="de-DE" sz="3200" b="1" dirty="0">
                <a:solidFill>
                  <a:srgbClr val="FF0000"/>
                </a:solidFill>
              </a:rPr>
              <a:t>: 17.78 mm = 700 </a:t>
            </a:r>
            <a:r>
              <a:rPr lang="de-DE" sz="3200" b="1" dirty="0" err="1">
                <a:solidFill>
                  <a:srgbClr val="FF0000"/>
                </a:solidFill>
              </a:rPr>
              <a:t>mil</a:t>
            </a:r>
            <a:r>
              <a:rPr lang="de-DE" sz="3200" b="1" dirty="0">
                <a:solidFill>
                  <a:srgbClr val="FF0000"/>
                </a:solidFill>
              </a:rPr>
              <a:t>). 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68DA51EA-350E-00C6-DA9E-DEC5AAD69EEF}"/>
              </a:ext>
            </a:extLst>
          </p:cNvPr>
          <p:cNvCxnSpPr>
            <a:cxnSpLocks/>
          </p:cNvCxnSpPr>
          <p:nvPr/>
        </p:nvCxnSpPr>
        <p:spPr>
          <a:xfrm>
            <a:off x="10289176" y="2952611"/>
            <a:ext cx="10972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E6B1A9EE-4FDD-BF39-A2D8-E4E11593A757}"/>
              </a:ext>
            </a:extLst>
          </p:cNvPr>
          <p:cNvCxnSpPr>
            <a:cxnSpLocks/>
          </p:cNvCxnSpPr>
          <p:nvPr/>
        </p:nvCxnSpPr>
        <p:spPr>
          <a:xfrm>
            <a:off x="10289176" y="3905837"/>
            <a:ext cx="10972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A11A7361-B29D-E8B0-A060-9B6A8928938E}"/>
              </a:ext>
            </a:extLst>
          </p:cNvPr>
          <p:cNvCxnSpPr>
            <a:cxnSpLocks/>
          </p:cNvCxnSpPr>
          <p:nvPr/>
        </p:nvCxnSpPr>
        <p:spPr>
          <a:xfrm flipV="1">
            <a:off x="10596000" y="2952611"/>
            <a:ext cx="0" cy="953226"/>
          </a:xfrm>
          <a:prstGeom prst="line">
            <a:avLst/>
          </a:prstGeom>
          <a:ln w="50800">
            <a:solidFill>
              <a:srgbClr val="FF0000"/>
            </a:solidFill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0090C05D-B0F4-2DD6-19AC-E823A90408BD}"/>
              </a:ext>
            </a:extLst>
          </p:cNvPr>
          <p:cNvSpPr txBox="1"/>
          <p:nvPr/>
        </p:nvSpPr>
        <p:spPr>
          <a:xfrm>
            <a:off x="10654698" y="3105835"/>
            <a:ext cx="137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700 </a:t>
            </a:r>
            <a:r>
              <a:rPr lang="de-DE" b="1" dirty="0" err="1">
                <a:solidFill>
                  <a:srgbClr val="FF0000"/>
                </a:solidFill>
              </a:rPr>
              <a:t>mil</a:t>
            </a:r>
            <a:br>
              <a:rPr lang="de-DE" b="1" dirty="0">
                <a:solidFill>
                  <a:srgbClr val="FF0000"/>
                </a:solidFill>
              </a:rPr>
            </a:br>
            <a:r>
              <a:rPr lang="de-DE" b="1" dirty="0">
                <a:solidFill>
                  <a:srgbClr val="FF0000"/>
                </a:solidFill>
              </a:rPr>
              <a:t>= 17.78 mm</a:t>
            </a:r>
          </a:p>
        </p:txBody>
      </p:sp>
    </p:spTree>
    <p:extLst>
      <p:ext uri="{BB962C8B-B14F-4D97-AF65-F5344CB8AC3E}">
        <p14:creationId xmlns:p14="http://schemas.microsoft.com/office/powerpoint/2010/main" val="3869267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9B0FE95-BE0B-2321-98F4-943407BDD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581423"/>
            <a:ext cx="9000000" cy="3695154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48C20CB-A094-2FC8-AFA6-58FC3CC0FD75}"/>
              </a:ext>
            </a:extLst>
          </p:cNvPr>
          <p:cNvSpPr txBox="1"/>
          <p:nvPr/>
        </p:nvSpPr>
        <p:spPr>
          <a:xfrm>
            <a:off x="3836503" y="661738"/>
            <a:ext cx="45189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rgbClr val="FF0000"/>
                </a:solidFill>
              </a:rPr>
              <a:t>top_rppico_700mil_flex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14F093C-73FB-8900-1409-265D1DFBBEAF}"/>
              </a:ext>
            </a:extLst>
          </p:cNvPr>
          <p:cNvSpPr txBox="1"/>
          <p:nvPr/>
        </p:nvSpPr>
        <p:spPr>
          <a:xfrm>
            <a:off x="304449" y="5415404"/>
            <a:ext cx="113624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u="sng" dirty="0" err="1">
                <a:solidFill>
                  <a:srgbClr val="FF0000"/>
                </a:solidFill>
              </a:rPr>
              <a:t>please</a:t>
            </a:r>
            <a:r>
              <a:rPr lang="de-DE" sz="3200" b="1" u="sng" dirty="0">
                <a:solidFill>
                  <a:srgbClr val="FF0000"/>
                </a:solidFill>
              </a:rPr>
              <a:t> </a:t>
            </a:r>
            <a:r>
              <a:rPr lang="de-DE" sz="3200" b="1" u="sng" dirty="0" err="1">
                <a:solidFill>
                  <a:srgbClr val="FF0000"/>
                </a:solidFill>
              </a:rPr>
              <a:t>note</a:t>
            </a:r>
            <a:r>
              <a:rPr lang="de-DE" sz="3200" b="1" u="sng" dirty="0">
                <a:solidFill>
                  <a:srgbClr val="FF0000"/>
                </a:solidFill>
              </a:rPr>
              <a:t>: </a:t>
            </a:r>
            <a:r>
              <a:rPr lang="de-DE" sz="3200" b="1" dirty="0">
                <a:solidFill>
                  <a:srgbClr val="FF0000"/>
                </a:solidFill>
              </a:rPr>
              <a:t>This </a:t>
            </a:r>
            <a:r>
              <a:rPr lang="de-DE" sz="3200" b="1" dirty="0" err="1">
                <a:solidFill>
                  <a:srgbClr val="FF0000"/>
                </a:solidFill>
              </a:rPr>
              <a:t>breadboard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fits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the</a:t>
            </a:r>
            <a:r>
              <a:rPr lang="de-DE" sz="3200" b="1" dirty="0">
                <a:solidFill>
                  <a:srgbClr val="FF0000"/>
                </a:solidFill>
              </a:rPr>
              <a:t> Raspberry Pi </a:t>
            </a:r>
            <a:r>
              <a:rPr lang="de-DE" sz="3200" b="1" dirty="0" err="1">
                <a:solidFill>
                  <a:srgbClr val="FF0000"/>
                </a:solidFill>
              </a:rPr>
              <a:t>pico</a:t>
            </a:r>
            <a:r>
              <a:rPr lang="de-DE" sz="3200" b="1" dirty="0">
                <a:solidFill>
                  <a:srgbClr val="FF0000"/>
                </a:solidFill>
              </a:rPr>
              <a:t> (</a:t>
            </a:r>
            <a:r>
              <a:rPr lang="de-DE" sz="3200" b="1" dirty="0" err="1">
                <a:solidFill>
                  <a:srgbClr val="FF0000"/>
                </a:solidFill>
              </a:rPr>
              <a:t>width</a:t>
            </a:r>
            <a:r>
              <a:rPr lang="de-DE" sz="3200" b="1" dirty="0">
                <a:solidFill>
                  <a:srgbClr val="FF0000"/>
                </a:solidFill>
              </a:rPr>
              <a:t>: 17.78 mm = 700 </a:t>
            </a:r>
            <a:r>
              <a:rPr lang="de-DE" sz="3200" b="1" dirty="0" err="1">
                <a:solidFill>
                  <a:srgbClr val="FF0000"/>
                </a:solidFill>
              </a:rPr>
              <a:t>mil</a:t>
            </a:r>
            <a:r>
              <a:rPr lang="de-DE" sz="3200" b="1" dirty="0">
                <a:solidFill>
                  <a:srgbClr val="FF0000"/>
                </a:solidFill>
              </a:rPr>
              <a:t>). 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535FA428-CA04-A2DB-B0E7-60F652F615BB}"/>
              </a:ext>
            </a:extLst>
          </p:cNvPr>
          <p:cNvCxnSpPr>
            <a:cxnSpLocks/>
          </p:cNvCxnSpPr>
          <p:nvPr/>
        </p:nvCxnSpPr>
        <p:spPr>
          <a:xfrm>
            <a:off x="10289176" y="2936427"/>
            <a:ext cx="10972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F6244DF5-769A-9FC0-38EE-361368D99C3B}"/>
              </a:ext>
            </a:extLst>
          </p:cNvPr>
          <p:cNvCxnSpPr>
            <a:cxnSpLocks/>
          </p:cNvCxnSpPr>
          <p:nvPr/>
        </p:nvCxnSpPr>
        <p:spPr>
          <a:xfrm>
            <a:off x="10289176" y="3889653"/>
            <a:ext cx="10972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A45E50A7-DBB5-6929-FE18-2DD0657C454A}"/>
              </a:ext>
            </a:extLst>
          </p:cNvPr>
          <p:cNvCxnSpPr>
            <a:cxnSpLocks/>
          </p:cNvCxnSpPr>
          <p:nvPr/>
        </p:nvCxnSpPr>
        <p:spPr>
          <a:xfrm flipV="1">
            <a:off x="10596000" y="2936427"/>
            <a:ext cx="0" cy="953226"/>
          </a:xfrm>
          <a:prstGeom prst="line">
            <a:avLst/>
          </a:prstGeom>
          <a:ln w="50800">
            <a:solidFill>
              <a:srgbClr val="FF0000"/>
            </a:solidFill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50D6378F-4E37-819A-2575-D381646F93BE}"/>
              </a:ext>
            </a:extLst>
          </p:cNvPr>
          <p:cNvSpPr txBox="1"/>
          <p:nvPr/>
        </p:nvSpPr>
        <p:spPr>
          <a:xfrm>
            <a:off x="10654698" y="3089651"/>
            <a:ext cx="137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700 </a:t>
            </a:r>
            <a:r>
              <a:rPr lang="de-DE" b="1" dirty="0" err="1">
                <a:solidFill>
                  <a:srgbClr val="FF0000"/>
                </a:solidFill>
              </a:rPr>
              <a:t>mil</a:t>
            </a:r>
            <a:br>
              <a:rPr lang="de-DE" b="1" dirty="0">
                <a:solidFill>
                  <a:srgbClr val="FF0000"/>
                </a:solidFill>
              </a:rPr>
            </a:br>
            <a:r>
              <a:rPr lang="de-DE" b="1" dirty="0">
                <a:solidFill>
                  <a:srgbClr val="FF0000"/>
                </a:solidFill>
              </a:rPr>
              <a:t>= 17.78 mm</a:t>
            </a:r>
          </a:p>
        </p:txBody>
      </p:sp>
    </p:spTree>
    <p:extLst>
      <p:ext uri="{BB962C8B-B14F-4D97-AF65-F5344CB8AC3E}">
        <p14:creationId xmlns:p14="http://schemas.microsoft.com/office/powerpoint/2010/main" val="1712295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Macintosh PowerPoint</Application>
  <PresentationFormat>Breitbild</PresentationFormat>
  <Paragraphs>18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Ludwin Monz</dc:creator>
  <cp:lastModifiedBy>Ludwin Monz</cp:lastModifiedBy>
  <cp:revision>4</cp:revision>
  <dcterms:created xsi:type="dcterms:W3CDTF">2026-01-27T14:21:27Z</dcterms:created>
  <dcterms:modified xsi:type="dcterms:W3CDTF">2026-01-27T16:50:08Z</dcterms:modified>
</cp:coreProperties>
</file>